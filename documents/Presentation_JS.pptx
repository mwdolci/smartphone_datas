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79" r:id="rId6"/>
    <p:sldId id="280" r:id="rId7"/>
    <p:sldId id="290" r:id="rId8"/>
    <p:sldId id="286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9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02/01/2026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02/01/2026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fameux </a:t>
            </a:r>
            <a:r>
              <a:rPr lang="fr-FR" b="1" dirty="0"/>
              <a:t>POURQUOI</a:t>
            </a:r>
            <a:r>
              <a:rPr lang="fr-FR" dirty="0"/>
              <a:t> ?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02.01.2026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29" y="1810344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009" y="303511"/>
            <a:ext cx="2861361" cy="625097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2A39655-10C6-42C1-BC72-7639B2A677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264" y="1238629"/>
            <a:ext cx="2924583" cy="150516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82EB796-BACB-4C02-BE8D-2904617F79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539" y="2947122"/>
            <a:ext cx="2324424" cy="121937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790" y="4748126"/>
            <a:ext cx="2915057" cy="1247949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2133" y="343456"/>
            <a:ext cx="3128591" cy="575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Websocket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WebRTC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765916" y="1535981"/>
            <a:ext cx="10131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7590503" y="1183601"/>
            <a:ext cx="3195484" cy="4138418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Points positifs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Pratique concrète en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Travail d’équipe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Découverte de technologies nouvelles pour nous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Websocket</a:t>
            </a:r>
            <a:endParaRPr lang="fr-CH" sz="2400" b="1" dirty="0"/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WebRTC</a:t>
            </a:r>
            <a:endParaRPr lang="fr-CH" sz="2400" b="1" dirty="0"/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Node.js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918438DF-CFE4-0C70-9420-BB7A63517DE3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765916" y="1535981"/>
            <a:ext cx="101315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Amélioration du flux de données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de widgets/capteurs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…</a:t>
            </a:r>
          </a:p>
        </p:txBody>
      </p:sp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7338406" y="3006494"/>
            <a:ext cx="3559073" cy="304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24E53EA2-92CB-9513-EDDA-F3177C09E4C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format du web</a:t>
            </a:r>
            <a:br>
              <a:rPr lang="fr-CH" sz="1400" dirty="0"/>
            </a:br>
            <a:r>
              <a:rPr lang="fr-CH" sz="1400" dirty="0"/>
              <a:t>Dolci Marco/06.11.2025</a:t>
            </a:r>
          </a:p>
        </p:txBody>
      </p:sp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/>
              <a:t>Merci pour votre écoute !</a:t>
            </a:r>
            <a:br>
              <a:rPr lang="fr-FR" sz="4400" dirty="0"/>
            </a:br>
            <a:r>
              <a:rPr lang="fr-FR" sz="4400" dirty="0"/>
              <a:t>A disposition pour vos questions</a:t>
            </a:r>
            <a:endParaRPr lang="fr-CH" sz="4400" dirty="0"/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244</Words>
  <Application>Microsoft Office PowerPoint</Application>
  <PresentationFormat>Grand écran</PresentationFormat>
  <Paragraphs>53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christophe debons</cp:lastModifiedBy>
  <cp:revision>114</cp:revision>
  <dcterms:created xsi:type="dcterms:W3CDTF">2025-03-19T08:47:36Z</dcterms:created>
  <dcterms:modified xsi:type="dcterms:W3CDTF">2026-01-02T15:57:47Z</dcterms:modified>
</cp:coreProperties>
</file>