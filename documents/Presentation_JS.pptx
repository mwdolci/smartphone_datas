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65" autoAdjust="0"/>
    <p:restoredTop sz="73757" autoAdjust="0"/>
  </p:normalViewPr>
  <p:slideViewPr>
    <p:cSldViewPr snapToGrid="0">
      <p:cViewPr varScale="1">
        <p:scale>
          <a:sx n="69" d="100"/>
          <a:sy n="69" d="100"/>
        </p:scale>
        <p:origin x="1118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centraliser</a:t>
            </a:r>
          </a:p>
          <a:p>
            <a:pPr lvl="1"/>
            <a:r>
              <a:rPr lang="fr-CH" dirty="0">
                <a:effectLst/>
              </a:rPr>
              <a:t>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quelques cas concrets où notre solution est utile : 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suivi d’un drone, d’un skieur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parapentiste</a:t>
            </a: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CH" dirty="0">
                <a:effectLst/>
              </a:rPr>
              <a:t> d’un bateau en mer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qui les affiche en temps réel sous forme de widgets visuels.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regroupe les livrables Chaque widget est indépendant et chargé dynamiquement.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On a découvert et utilisé plusieurs technologies modernes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pour le flux temps réel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pour le streaming vidéo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Node.js pour le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Render.com pour le déploiement cloud Et bien sûr, JavaScript pour toute la logique cockpit.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r>
              <a:rPr lang="fr-CH" b="0" dirty="0">
                <a:effectLst/>
              </a:rPr>
              <a:t> </a:t>
            </a:r>
          </a:p>
          <a:p>
            <a:pPr lvl="1"/>
            <a:r>
              <a:rPr lang="fr-CH" dirty="0">
                <a:effectLst/>
              </a:rPr>
              <a:t>Voici le widget boussole. </a:t>
            </a:r>
          </a:p>
          <a:p>
            <a:pPr lvl="2"/>
            <a:r>
              <a:rPr lang="fr-CH" dirty="0">
                <a:effectLst/>
              </a:rPr>
              <a:t>Il utilise les angles d’Euler (alpha, beta, gamma)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</a:t>
            </a:r>
          </a:p>
          <a:p>
            <a:pPr lvl="2"/>
            <a:r>
              <a:rPr lang="fr-CH" dirty="0">
                <a:effectLst/>
              </a:rPr>
              <a:t>On applique un filtre LPF et une interpolation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pPr lvl="2"/>
            <a:r>
              <a:rPr lang="fr-CH" dirty="0">
                <a:effectLst/>
              </a:rPr>
              <a:t>Le rendu est fluide et cockpit‑</a:t>
            </a:r>
            <a:r>
              <a:rPr lang="fr-CH" dirty="0" err="1">
                <a:effectLst/>
              </a:rPr>
              <a:t>driven</a:t>
            </a:r>
            <a:r>
              <a:rPr lang="fr-CH" dirty="0">
                <a:effectLst/>
              </a:rPr>
              <a:t>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carte utilise Leaflet.</a:t>
            </a:r>
          </a:p>
          <a:p>
            <a:r>
              <a:rPr lang="fr-CH" dirty="0">
                <a:effectLst/>
              </a:rPr>
              <a:t>	 	À chaque position GPS reçue, on met à jour le marqueur et on trace le chemin parcouru. </a:t>
            </a:r>
          </a:p>
          <a:p>
            <a:r>
              <a:rPr lang="fr-CH" dirty="0">
                <a:effectLst/>
              </a:rPr>
              <a:t>		On peut aussi recentrer la carte ou réinitialiser le tracé. </a:t>
            </a:r>
          </a:p>
          <a:p>
            <a:r>
              <a:rPr lang="fr-CH" dirty="0">
                <a:effectLst/>
              </a:rPr>
              <a:t>		C’est utile pour suivre un déplacement en montagne ou en mer.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	Le widget horloge reçoit l’heure locale du smartphone et l’affiche en temps réel. </a:t>
            </a:r>
          </a:p>
          <a:p>
            <a:r>
              <a:rPr lang="fr-CH" dirty="0">
                <a:effectLst/>
              </a:rPr>
              <a:t>		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		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</a:t>
            </a:r>
            <a:r>
              <a:rPr lang="fr-CH" b="1" dirty="0" err="1">
                <a:effectLst/>
              </a:rPr>
              <a:t>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29" y="1810344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009" y="303511"/>
            <a:ext cx="2861361" cy="6250974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2A39655-10C6-42C1-BC72-7639B2A677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7264" y="1238629"/>
            <a:ext cx="2924583" cy="150516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E82EB796-BACB-4C02-BE8D-2904617F79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9539" y="2947122"/>
            <a:ext cx="2324424" cy="1219370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790" y="4748126"/>
            <a:ext cx="2915057" cy="124794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2133" y="343456"/>
            <a:ext cx="3128591" cy="575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Websocket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 err="1"/>
              <a:t>WebRTC</a:t>
            </a: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34007" y="1619036"/>
            <a:ext cx="11490439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r>
              <a:rPr lang="fr-CH" sz="2000" dirty="0">
                <a:effectLst/>
              </a:rPr>
              <a:t>Tu dois composer avec : des IMU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téléphone, des variations entre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Transmission temps réel via </a:t>
            </a:r>
            <a:r>
              <a:rPr lang="fr-CH" sz="2400" b="1" dirty="0" err="1"/>
              <a:t>WebSocket</a:t>
            </a:r>
            <a:endParaRPr lang="fr-CH" sz="2400" b="1" dirty="0"/>
          </a:p>
          <a:p>
            <a:r>
              <a:rPr lang="fr-CH" sz="2000" dirty="0">
                <a:effectLst/>
              </a:rPr>
              <a:t>Le temps réel n’est jamais “simple” : latence variable, pertes de paquets, reconnections intempestives, débit limité en 4G/5G,messages reçus dans un ordre différent de l’envoi</a:t>
            </a:r>
          </a:p>
          <a:p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Visualisation en temps réel</a:t>
            </a:r>
          </a:p>
          <a:p>
            <a:r>
              <a:rPr lang="fr-CH" sz="2000" dirty="0">
                <a:effectLst/>
              </a:rPr>
              <a:t>Afficher en continu : une carte, une boussole, une voiture 2D/3D, des graphiques audio, des logs, des widgets multiples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 </a:t>
            </a:r>
            <a:r>
              <a:rPr lang="fr-CH" sz="2400" b="1" dirty="0" err="1"/>
              <a:t>SmartCockpit</a:t>
            </a:r>
            <a:endParaRPr lang="fr-CH" sz="2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866178"/>
            <a:ext cx="5464553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DOM, événements, Canvas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Web Audio API, </a:t>
            </a:r>
            <a:r>
              <a:rPr lang="fr-CH" sz="2000" dirty="0" err="1">
                <a:effectLst/>
              </a:rPr>
              <a:t>WebRTC</a:t>
            </a:r>
            <a:r>
              <a:rPr lang="fr-CH" sz="2000" dirty="0">
                <a:effectLst/>
              </a:rPr>
              <a:t>, </a:t>
            </a:r>
            <a:r>
              <a:rPr lang="fr-CH" sz="2000" dirty="0" err="1">
                <a:effectLst/>
              </a:rPr>
              <a:t>WebSocket</a:t>
            </a:r>
            <a:endParaRPr lang="fr-CH" sz="2000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Interfaces dynamiques et interactives</a:t>
            </a:r>
          </a:p>
          <a:p>
            <a:endParaRPr lang="fr-CH" sz="2400" b="1" dirty="0">
              <a:effectLst/>
            </a:endParaRPr>
          </a:p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Travail sur un projet complexe multi‑modules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341470" y="1532532"/>
            <a:ext cx="661383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WebSocket</a:t>
            </a:r>
            <a:r>
              <a:rPr lang="fr-CH" sz="2000" dirty="0">
                <a:effectLst/>
              </a:rPr>
              <a:t> : bidirectionnel, robuste, capteurs en temps réel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 err="1">
                <a:effectLst/>
              </a:rPr>
              <a:t>WebRTC</a:t>
            </a:r>
            <a:r>
              <a:rPr lang="fr-CH" sz="2000" dirty="0">
                <a:effectLst/>
              </a:rPr>
              <a:t> : streaming vidéo, ICE, négociation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Node.js</a:t>
            </a:r>
            <a:r>
              <a:rPr lang="fr-CH" sz="2000" dirty="0">
                <a:effectLst/>
              </a:rPr>
              <a:t> : backend léger, </a:t>
            </a:r>
            <a:r>
              <a:rPr lang="fr-CH" sz="2000" dirty="0" err="1">
                <a:effectLst/>
              </a:rPr>
              <a:t>WebSocket</a:t>
            </a:r>
            <a:r>
              <a:rPr lang="fr-CH" sz="2000" dirty="0">
                <a:effectLst/>
              </a:rPr>
              <a:t> intégré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fr-CH" sz="2000" b="1" dirty="0">
                <a:effectLst/>
              </a:rPr>
              <a:t>Render.com</a:t>
            </a:r>
            <a:r>
              <a:rPr lang="fr-CH" sz="2000" dirty="0">
                <a:effectLst/>
              </a:rPr>
              <a:t>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  <a:p>
            <a:pPr lvl="2"/>
            <a:endParaRPr lang="fr-CH" sz="2000" dirty="0"/>
          </a:p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totalement indépendant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(</a:t>
            </a:r>
            <a:r>
              <a:rPr kumimoji="0" lang="fr-FR" altLang="fr-FR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updateXxx</a:t>
            </a: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Séparationdes</a:t>
            </a:r>
            <a:r>
              <a:rPr kumimoji="0" lang="fr-FR" altLang="fr-F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responsabilités 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</a:t>
            </a:r>
            <a:r>
              <a:rPr kumimoji="0" lang="fr-FR" altLang="fr-FR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acquisition,transport</a:t>
            </a: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13156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Amélioration du flux de données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de widgets/capteurs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Extension des fonctionnalités temps réel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Historique et visualisation des données (replay, graphiques, </a:t>
            </a:r>
            <a:r>
              <a:rPr lang="fr-CH" sz="2400" b="1" dirty="0" err="1"/>
              <a:t>heatmaps</a:t>
            </a:r>
            <a:r>
              <a:rPr lang="fr-CH" sz="2400" b="1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/>
              <a:t>Merci pour votre écoute !</a:t>
            </a:r>
            <a:br>
              <a:rPr lang="fr-FR" sz="4400" dirty="0"/>
            </a:br>
            <a:r>
              <a:rPr lang="fr-FR" sz="4400" dirty="0"/>
              <a:t>A disposition pour vos questions</a:t>
            </a:r>
            <a:endParaRPr lang="fr-CH" sz="4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1285</Words>
  <Application>Microsoft Office PowerPoint</Application>
  <PresentationFormat>Grand écran</PresentationFormat>
  <Paragraphs>173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marco Dolci</cp:lastModifiedBy>
  <cp:revision>128</cp:revision>
  <dcterms:created xsi:type="dcterms:W3CDTF">2025-03-19T08:47:36Z</dcterms:created>
  <dcterms:modified xsi:type="dcterms:W3CDTF">2026-01-09T08:50:53Z</dcterms:modified>
</cp:coreProperties>
</file>