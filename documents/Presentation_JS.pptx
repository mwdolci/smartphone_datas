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65" autoAdjust="0"/>
    <p:restoredTop sz="73757" autoAdjust="0"/>
  </p:normalViewPr>
  <p:slideViewPr>
    <p:cSldViewPr snapToGrid="0">
      <p:cViewPr varScale="1">
        <p:scale>
          <a:sx n="69" d="100"/>
          <a:sy n="69" d="100"/>
        </p:scale>
        <p:origin x="1118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 (MD)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Bienvenue à tous. </a:t>
            </a:r>
          </a:p>
          <a:p>
            <a:r>
              <a:rPr lang="fr-CH" dirty="0">
                <a:effectLst/>
              </a:rPr>
              <a:t>Aujourd’hui, on vous présente notre projet </a:t>
            </a:r>
            <a:r>
              <a:rPr lang="fr-CH" dirty="0" err="1">
                <a:effectLst/>
              </a:rPr>
              <a:t>SmartCockpit</a:t>
            </a:r>
            <a:r>
              <a:rPr lang="fr-CH" dirty="0">
                <a:effectLst/>
              </a:rPr>
              <a:t>, une solution JavaScript qui permet de suivre en temps réel les données d’un smartphone dans des environnements extrêmes. L’objectif : </a:t>
            </a:r>
          </a:p>
          <a:p>
            <a:pPr lvl="1"/>
            <a:r>
              <a:rPr lang="fr-CH" dirty="0">
                <a:effectLst/>
              </a:rPr>
              <a:t>- centraliser</a:t>
            </a:r>
          </a:p>
          <a:p>
            <a:pPr lvl="1"/>
            <a:r>
              <a:rPr lang="fr-CH" dirty="0">
                <a:effectLst/>
              </a:rPr>
              <a:t>- visualiser et exploiter les capteurs du téléphone à distance</a:t>
            </a:r>
          </a:p>
          <a:p>
            <a:pPr lvl="1"/>
            <a:r>
              <a:rPr lang="fr-CH" dirty="0">
                <a:effectLst/>
              </a:rPr>
              <a:t>- là où l’observation directe est impossible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Le POURQUOI du projet! 4 cas concrets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pilote de moto que je ne vois que 10 secondes sur 3minutes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parapentiste remorqué que je ne retrouve plus une fois atterri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skipper parti en mer pendant plusieurs semaines sans nouvelle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skieur que je souhaite retrouver pour partager un verre à la buvette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WebSocket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WebSocket 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qui les affiche en temps réel sous forme de widgets visuels.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Certain widgets utilisent des API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flux vidéo passe par WebRTC (pas de latence)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WebSocket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regroupe les livrables Chaque widget est indépendant et chargé dynamiquement.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 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On a découvert et utilisé plusieurs technologies modernes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WebSocket pour le flux temps réel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WebRTC pour le streaming vidéo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Node.js pour le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Render.com pour le déploiement cloud Et bien sûr, JavaScript pour toute la logique cockpit.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1" dirty="0">
                <a:effectLst/>
              </a:rPr>
              <a:t>7. Exemple de widget : (CHACUN SES WIDGETS)</a:t>
            </a:r>
          </a:p>
          <a:p>
            <a:r>
              <a:rPr lang="fr-CH" b="0" dirty="0">
                <a:effectLst/>
              </a:rPr>
              <a:t> </a:t>
            </a:r>
          </a:p>
          <a:p>
            <a:pPr lvl="1"/>
            <a:r>
              <a:rPr lang="fr-CH" dirty="0">
                <a:effectLst/>
              </a:rPr>
              <a:t>Voici le widget boussole. </a:t>
            </a:r>
          </a:p>
          <a:p>
            <a:pPr lvl="2"/>
            <a:r>
              <a:rPr lang="fr-CH" dirty="0">
                <a:effectLst/>
              </a:rPr>
              <a:t>Il utilise les angles d’Euler (alpha, beta, gamma)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</a:t>
            </a:r>
          </a:p>
          <a:p>
            <a:pPr lvl="2"/>
            <a:r>
              <a:rPr lang="fr-CH" dirty="0">
                <a:effectLst/>
              </a:rPr>
              <a:t>On applique un filtre LPF et une interpolation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pPr lvl="2"/>
            <a:r>
              <a:rPr lang="fr-CH" dirty="0">
                <a:effectLst/>
              </a:rPr>
              <a:t>Le rendu est fluide et cockpit‑</a:t>
            </a:r>
            <a:r>
              <a:rPr lang="fr-CH" dirty="0" err="1">
                <a:effectLst/>
              </a:rPr>
              <a:t>driven</a:t>
            </a:r>
            <a:r>
              <a:rPr lang="fr-CH" dirty="0">
                <a:effectLst/>
              </a:rPr>
              <a:t>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carte utilise Leaflet.</a:t>
            </a:r>
          </a:p>
          <a:p>
            <a:r>
              <a:rPr lang="fr-CH" dirty="0">
                <a:effectLst/>
              </a:rPr>
              <a:t>	 	À chaque position GPS reçue, on met à jour le marqueur et on trace le chemin parcouru. </a:t>
            </a:r>
          </a:p>
          <a:p>
            <a:r>
              <a:rPr lang="fr-CH" dirty="0">
                <a:effectLst/>
              </a:rPr>
              <a:t>		On peut aussi recentrer la carte ou réinitialiser le tracé. </a:t>
            </a:r>
          </a:p>
          <a:p>
            <a:r>
              <a:rPr lang="fr-CH" dirty="0">
                <a:effectLst/>
              </a:rPr>
              <a:t>		C’est utile pour suivre un déplacement en montagne ou en mer.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horloge reçoit l’heure locale du smartphone et l’affiche en temps réel. </a:t>
            </a:r>
          </a:p>
          <a:p>
            <a:r>
              <a:rPr lang="fr-CH" dirty="0">
                <a:effectLst/>
              </a:rPr>
              <a:t>		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		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 (AAA)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WebSocket, WebRTC,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29" y="1810344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009" y="303511"/>
            <a:ext cx="2861361" cy="625097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2A39655-10C6-42C1-BC72-7639B2A677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264" y="1238629"/>
            <a:ext cx="2924583" cy="150516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82EB796-BACB-4C02-BE8D-2904617F7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539" y="2947122"/>
            <a:ext cx="2324424" cy="121937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790" y="4748126"/>
            <a:ext cx="2915057" cy="1247949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2133" y="343456"/>
            <a:ext cx="3128591" cy="575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Websocket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WebRTC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50780" y="1936889"/>
            <a:ext cx="11490439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IMU (</a:t>
            </a:r>
            <a:r>
              <a:rPr lang="fr-CH" sz="2000" dirty="0"/>
              <a:t>unité de mesure inertielle)</a:t>
            </a:r>
            <a:r>
              <a:rPr lang="fr-CH" sz="2000" dirty="0">
                <a:effectLst/>
              </a:rPr>
              <a:t>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Variations possibles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 temps réel n’est jamais “simple” : latence variable, pertes de paquets, reconnections intempestives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Débit limité (4G/5G), messages pouvant arriver dans un ordre différent de l’envoi.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Visualisation en continue de tous les widgets.</a:t>
            </a:r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720905"/>
            <a:ext cx="5464553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DOM, événements, Canvas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 Audio API, WebRTC, WebSocket</a:t>
            </a:r>
            <a:endParaRPr lang="fr-CH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Interfaces dynamiques et interactives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578163" y="1720905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WebSocket : bidirectionnel, robuste, capteurs en 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WebRTC : streaming vidéo, ICE, négociation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Node.js : backend léger, WebSocket intégré</a:t>
            </a:r>
            <a:endParaRPr lang="fr-CH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Render.com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A0AE532-5C7D-5CED-8C71-230A5F1F999E}"/>
              </a:ext>
            </a:extLst>
          </p:cNvPr>
          <p:cNvSpPr txBox="1"/>
          <p:nvPr/>
        </p:nvSpPr>
        <p:spPr>
          <a:xfrm>
            <a:off x="236693" y="4051029"/>
            <a:ext cx="546455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Travail sur un projet complexe multi‑modules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3FCDB92-F696-3333-2967-A330FBF3E6F0}"/>
              </a:ext>
            </a:extLst>
          </p:cNvPr>
          <p:cNvSpPr txBox="1"/>
          <p:nvPr/>
        </p:nvSpPr>
        <p:spPr>
          <a:xfrm>
            <a:off x="5578164" y="4051029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indépendants</a:t>
            </a:r>
            <a:endParaRPr lang="fr-FR" alt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Séparation des responsabilités : acquisition, transport,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5410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Amélioration du flux de données (</a:t>
            </a:r>
            <a:r>
              <a:rPr lang="fr-CH" sz="2400" dirty="0" err="1"/>
              <a:t>multi-threading</a:t>
            </a:r>
            <a:r>
              <a:rPr lang="fr-CH" sz="2400" dirty="0"/>
              <a:t> ?)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de widgets/capteurs (ex. accéléromètre)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Multi-utilisateur simultané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Historique des données (replay, graphiques, </a:t>
            </a:r>
            <a:r>
              <a:rPr lang="fr-CH" sz="2400" dirty="0" err="1"/>
              <a:t>heatmaps</a:t>
            </a:r>
            <a:r>
              <a:rPr lang="fr-CH" sz="2400" dirty="0"/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3B5DD11-124E-EA38-82D8-B7034554616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/>
              <a:t>Merci pour votre écoute !</a:t>
            </a:r>
            <a:br>
              <a:rPr lang="fr-FR" sz="4400" b="1" dirty="0"/>
            </a:br>
            <a:r>
              <a:rPr lang="fr-FR" sz="4400" b="1" dirty="0"/>
              <a:t>A disposition pour vos questions</a:t>
            </a:r>
            <a:endParaRPr lang="fr-CH" sz="4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9B35B95-6803-94D9-CE1A-DE5B55AE28B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1311</Words>
  <Application>Microsoft Office PowerPoint</Application>
  <PresentationFormat>Grand écran</PresentationFormat>
  <Paragraphs>175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marco Dolci</cp:lastModifiedBy>
  <cp:revision>131</cp:revision>
  <dcterms:created xsi:type="dcterms:W3CDTF">2025-03-19T08:47:36Z</dcterms:created>
  <dcterms:modified xsi:type="dcterms:W3CDTF">2026-01-09T10:57:14Z</dcterms:modified>
</cp:coreProperties>
</file>